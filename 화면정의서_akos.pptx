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549390"/>
            <a:ext cx="853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㈜ 아코스 · Akos AI MES 화면정의서 ·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54939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생성일: 2026. 6. 4.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92000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Akos AI MES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5B4FC"/>
                </a:solidFill>
              </a:rPr>
              <a:t>화면정의서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AI 특화 스마트공장 제조실행시스템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7200" y="4206240"/>
            <a:ext cx="3657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총 44개 화면 · 사업계획서 p39-42 기능구조도 기준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주식회사 아코스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2026년 6월 4일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  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대시보드  (4화면)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868680"/>
            <a:ext cx="5303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9418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수주견적관리  (5화면)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5303520" cy="5303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구매조달관리  (5화면)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527048"/>
            <a:ext cx="5303520" cy="5303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00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FAT관리  (5화면)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85416"/>
            <a:ext cx="53035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585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공정관리  (5화면)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185416"/>
            <a:ext cx="5303520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2585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Agent 통합관리  (5화면)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43784"/>
            <a:ext cx="5303520" cy="53035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169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KPI관리  (3화면)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843784"/>
            <a:ext cx="5303520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9169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데이터관리  (5화면)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02152"/>
            <a:ext cx="5303520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753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기준정보관리  (3화면)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502152"/>
            <a:ext cx="530352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5753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사용자/시스템관리  (4화면)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* 사업계획서 p39-42 기능구조도 기준  |  총 44개 화면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대시보드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4개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생산현황 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품질현황 분석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설비상태 모니터링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프로젝트현황분석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대시보드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생산현황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01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1_생산현황 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프로젝트별 제작 진행률, 공정별 작업 실적, 납기 위험 현황 통합 분석. 수주부터 FAT, 설치까지 진행 상태 시각화.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대시보드 &gt; 생산현황 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대시보드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품질현황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02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2_품질현황 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FAT 품질 데이터의 불량 및 리워크 현황 분석. 반복 품질 이슈와 공정 품질 편차 확인.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/dashboard/quality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대시보드 &gt; 품질현황 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대시보드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설비상태 모니터링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03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3_설비상태 모니터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CNC, 용접기 등 주요 설비 상태 모니터링. OEE(가동률·성능률·품질률) 실시간 표시.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/production/oee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대시보드 &gt; 설비상태 모니터링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대시보드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프로젝트현황분석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04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4_프로젝트현황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프로젝트별 원가, 납기, 공정진척, 품질이슈 통합 조회. 고위험 프로젝트 조기 식별.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/dashboard/projects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대시보드 &gt; 프로젝트현황분석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수주견적관리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수익성/리스크분석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유사 프로젝트 조회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원가납기 예측관리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견적데이터관리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제품별 견적자동화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수주견적관리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수익성/리스크분석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05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5_수익성_리스크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예상 원가, 목표마진, 납기 지연 가능성 기반 프로젝트 리스크 산정. 저수익 수주 사전 식별.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/quotation/risk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수주견적관리 &gt; 수익성/리스크분석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수주견적관리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유사 프로젝트 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06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6_유사 프로젝트 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신규 견적 조건과 유사한 과거 프로젝트 검색. 설비유형·BOM규모·공정난이도 기준 비교.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/quotation/similar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수주견적관리 &gt; 유사 프로젝트 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수주견적관리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원가납기 예측관리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07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7_원가납기 예측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설계·제작·구매·설치 데이터 반영 예상 원가와 납기 예측. 견적 담당자 경험 의존도 감소.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/quotation/forecast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수주견적관리 &gt; 원가납기 예측관리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수주견적관리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견적데이터관리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08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8_견적데이터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견적서, 견적 조건, 산출 근거, 승인 이력 체계적 관리. 완료 프로젝트와 비교하여 정확도 지속 개선.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/orders/quotes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수주견적관리 &gt; 견적데이터관리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수주견적관리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제품별 견적자동화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09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09_제품별 견적자동화 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과거 프로젝트·BOM·공수·자재비 기반 견적 자동 산출. XGBoost·RF 모델 원가·납기·리스크 예측.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/quotation/ai-auto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수주견적관리 &gt; 제품별 견적자동화 AI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69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구매조달관리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발주관리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자재이력조회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납기리스크분석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대체품 추천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구매조달 AI Agent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구매조달관리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발주관리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10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0_발주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BOM 기반 발주 대상 자재 확인 및 발주 진행 상태 관리. 장기납기 품목 우선 관리.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/procurement/orders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구매조달관리 &gt; 발주관리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구매조달관리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자재이력조회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11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1_자재이력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자재코드·LOT·공급사·입고일·사용 프로젝트 이력 조회. FAT 및 설치 문제 발생 시 자재 원인 추적.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/bom/materials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구매조달관리 &gt; 자재이력조회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구매조달관리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납기리스크분석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12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2_납기리스크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공급사별 리드타임·지연이력·발주잔량 분석으로 납기 위험 예측. 프로젝트 일정 지연 사전 경고.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/procurement/risk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구매조달관리 &gt; 납기리스크분석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구매조달관리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대체품 추천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13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3_대체품 추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공급 지연·단종 자재 발생 시 대체 가능 품목 추천. BOM·규격·과거 적용 사례 기준 검토.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/procurement/alternatives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구매조달관리 &gt; 대체품 추천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구매조달관리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구매조달 AI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14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4_구매조달 AI 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자재발주·공급사·리드타임·납기지연 이력 기반 조달 의사결정 지원. 자연어 질의 조회.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/procurement/ai-agent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구매조달관리 &gt; 구매조달 AI Agent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FAT관리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FAT 시험결과관리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반복 Fail 분석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PLC/알람로그분석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사전점검 추천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FAT AI Agent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FAT관리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FAT 시험결과관리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15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5_FAT 시험결과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시험항목·PASS/FAIL·수정횟수·시험일자·담당자 이력 관리. 프로젝트별 FAT 품질 수준 분석.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/fat/results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FAT관리 &gt; FAT 시험결과관리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FAT관리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반복 Fail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16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6_반복 Fail 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반복적으로 발생하는 실패 항목과 주요 원인 자동 분류. 출하 전 품질 안정성 확보.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/fat/fail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FAT관리 &gt; 반복 Fail 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FAT관리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PLC/알람로그분석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17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7_PLC_알람로그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FAT 중 발생한 I/O 오류·인터록 이력 분석. PLC 알람 패턴 기반 원인 파악.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/fat/plc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FAT관리 &gt; PLC/알람로그분석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FAT관리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사전점검 추천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18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8_사전점검 추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과거 FAT 실패 패턴 기반 프로젝트별 사전 점검 리스트 제안. FAT 리드타임 단축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/fat/pre-check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FAT관리 &gt; 사전점검 추천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FAT관리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FAT AI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19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19_FAT AI 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FAT 시험결과·알람로그·수정이력·조립품질 기반 시운전 이슈 분석. 반복 FAIL 항목 자연어 추천.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/fat/ai-agent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FAT관리 &gt; FAT AI Agent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공정관리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공정실적관리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공정 데이터 모니터링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작업조건관리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공정이력조회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공정데이터분석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공정관리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공정실적관리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20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0_공정실적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제관·가공·조립·전장 공정 작업 실적과 공수 데이터 관리. 프로젝트별 생산 진척·병목 확인.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/production/results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공정관리 &gt; 공정실적관리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공정관리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공정 데이터 모니터링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21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1_공정 데이터 모니터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CNC·용접 등 설비 데이터 수집·조회. 공정별 가동상태·작업시간 모니터링.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/production/process-status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공정관리 &gt; 공정 데이터 모니터링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공정관리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작업조건관리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22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2_작업조건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절단속도·용접전류 등 주요 작업조건 관리. 공정별 최적 조건 표준화.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/process/conditions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공정관리 &gt; 작업조건관리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공정관리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공정이력조회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23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3_공정이력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프로젝트·부품·작업자·설비 기준 공정 이력 조회. 이력 기반 품질 추적.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/production/process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공정관리 &gt; 공정이력조회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공정관리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공정데이터분석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24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4_공정데이터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공정별 리드타임·재작업률·품질 편차 분석. 생산성 개선과 품질 안정화 개선점 도출.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/process/analysis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공정관리 &gt; 공정데이터분석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Agent 통합관리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통합 AI 질의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생산/품질 분석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의사결정 지원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알림 및 추천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사용자 질문이력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Agent 통합관리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통합 AI 질의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25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5_통합 AI 질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자연어로 생산·품질·출하 등 전 공정 정보 조회. 복잡한 데이터도 쉽게 접근 가능.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/ai-mgmt/chat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Agent 통합관리 &gt; 통합 AI 질의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Agent 통합관리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생산/품질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26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6_생산_품질 분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AI가 데이터를 자동 분석하여 문제점 및 개선 방향 제시. 관리자 의사결정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/ai-mgmt/analysis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Agent 통합관리 &gt; 생산/품질 분석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Agent 통합관리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의사결정 지원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27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7_의사결정 지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공정 및 품질 관련 의사결정을 위한 추천 정보 제공. AI 기반 판단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/ai-mgmt/decision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Agent 통합관리 &gt; 의사결정 지원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Agent 통합관리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알림 및 추천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28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8_알림 및 추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이상 발생 시 알림 및 개선 조건 추천 제공. 실시간 대응 체계 구축.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/ai-mgmt/alerts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Agent 통합관리 &gt; 알림 및 추천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AI Agent 통합관리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사용자 질문이력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29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29_사용자 질문이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사용자 질의 내용 저장하여 반복 학습 및 개선 활용. AI 성능 지속 향상.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/ai-mgmt/history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Agent 통합관리 &gt; 사용자 질문이력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E1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KPI관리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3개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생산성 KPI 조회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품질 KPI 조회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KPI 관리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KPI관리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생산성 KPI 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30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0_생산성 KPI 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생산량·설비가동률·공정 리드타임 등 생산성 지표 조회.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/kpi/productivity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KPI관리 &gt; 생산성 KPI 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KPI관리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품질 KPI 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31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1_품질 KPI 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불량률·공정별 불량 유형·출하 품질 합격률·클레임 발생률 산출 제공.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/kpi/quality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KPI관리 &gt; 품질 KPI 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KPI관리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KPI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32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2_KPI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KPI 목표값 설정·기준 변경·공정별 KPI 관리. 달성률 분석 및 AI 기반 개선 인사이트 연계.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/kpi/management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KPI관리 &gt; KPI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데이터관리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데이터통합관리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데이터조회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데이터시각화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데이터 다운로드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5.  AI학습 데이터관리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데이터관리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데이터통합관리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33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3_데이터통합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MES·IoT·공정 데이터 통합하여 단일 데이터 저장소 구축. 데이터 정합성 확보.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/data/integration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데이터관리 &gt; 데이터통합관리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데이터관리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데이터조회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34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4_데이터조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LOT 기준으로 데이터 조회·분석. 공정–품질–출하 데이터 연계 분석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/data/query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데이터관리 &gt; 데이터조회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데이터관리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데이터시각화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35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5_데이터시각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다양한 그래프·대시보드를 통해 데이터 트렌드 시각화. 의사결정에 필요한 인사이트 제공.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/data/visualization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데이터관리 &gt; 데이터시각화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데이터관리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 다운로드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36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6_데이터 다운로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분석 데이터를 엑셀 등으로 다운로드. 외부 보고 및 활용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/data/download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데이터관리 &gt; 데이터 다운로드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데이터관리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AI학습 데이터관리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37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7_AI학습 데이터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ML 모델 학습용 데이터셋 관리·업데이트. 데이터 품질 향상을 통한 AI 성능 개선.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/data/ai-training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데이터관리 &gt; AI학습 데이터관리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기준정보관리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3개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품질기준 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작업표준 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코드 관리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기준정보관리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품질기준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38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8_품질기준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제품별 품질 기준 및 검사 기준 관리. 품질 판정 기준 데이터로 활용.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/master/quality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기준정보관리 &gt; 품질기준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기준정보관리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작업표준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39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39_작업표준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공정별 작업 절차 및 조건 표준화. 작업자 간 편차 최소화.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/master/standards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기준정보관리 &gt; 작업표준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기준정보관리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코드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40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40_코드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품목·공정·설비 코드 등 기준 정보 관리. 데이터 정합성 확보.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/master/codes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기준정보관리 &gt; 코드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사용자/시스템관리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4개 화면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1.  사용자 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2.  로그 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3.  알림 설정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72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4.  시스템 설정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사용자/시스템관리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사용자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41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41_사용자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사용자 권한 및 계정 관리. 역할 기반 접근 제어(RBAC)로 시스템 보안 강화.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/admin/users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사용자/시스템관리 &gt; 사용자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사용자/시스템관리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로그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42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42_로그 관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시스템 사용 이력 및 작업 로그 기록. 문제 발생 시 원인 추적 가능.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/admin/logs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사용자/시스템관리 &gt; 로그 관리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사용자/시스템관리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알림 설정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43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43_알림 설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알림 기준 및 수신 대상 설정. 사용자 맞춤 알림 제공.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/admin/notifications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사용자/시스템관리 &gt; 알림 설정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사용자/시스템관리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시스템 설정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63200" y="164592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B4FC"/>
                </a:solidFill>
              </a:rPr>
              <a:t>44 / 44</a:t>
            </a:r>
            <a:endParaRPr lang="en-US" sz="1100" dirty="0"/>
          </a:p>
        </p:txBody>
      </p:sp>
      <p:pic>
        <p:nvPicPr>
          <p:cNvPr id="6" name="Image 0" descr="C:\gerardo\01 SmallSF\Akos_AI_MES\akos-mes\frontend-next\screenshots\044_시스템 설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713232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85800"/>
            <a:ext cx="7132320" cy="448056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685800"/>
            <a:ext cx="429768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화면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1078992"/>
            <a:ext cx="3931920" cy="274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11704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시스템 환경 설정 및 인터페이스 관리. 운영 최적화 지원.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438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URL 경로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/admin/settings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438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메뉴 경로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438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사용자/시스템관리 &gt; 시스템 설정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4380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참조 문서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438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사업계획서 p39-42 기능구조도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2026-06-04T04:20:34Z</dcterms:created>
  <dcterms:modified xsi:type="dcterms:W3CDTF">2026-06-04T04:20:34Z</dcterms:modified>
</cp:coreProperties>
</file>